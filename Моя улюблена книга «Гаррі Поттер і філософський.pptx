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61" autoAdjust="0"/>
    <p:restoredTop sz="94660"/>
  </p:normalViewPr>
  <p:slideViewPr>
    <p:cSldViewPr snapToGrid="0">
      <p:cViewPr>
        <p:scale>
          <a:sx n="80" d="100"/>
          <a:sy n="80" d="100"/>
        </p:scale>
        <p:origin x="-96" y="-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43AF45E-21A2-4D69-A62D-ECFFC884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xmlns="" id="{568BC856-1A7D-4241-A958-8052BEBFF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xmlns="" id="{C22BC554-D2D4-4A9F-83D2-976252F9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xmlns="" id="{DA775588-BEBB-4C7B-B142-6384F5249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xmlns="" id="{0C2FA941-C9FA-44E2-8DC3-0D3B3372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058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6CE1F24-C854-4F2D-8F60-A7C72C9B2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28B38107-7426-478B-A2F6-7CCD8C50F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xmlns="" id="{5C9168BC-A96D-4951-94A1-5ABC789C5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xmlns="" id="{425E0816-2199-4B33-917C-775C0606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xmlns="" id="{4E9B73F1-7111-4B53-8F66-D75144C3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9144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301247F-B67D-47F9-8068-D530BFC05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11E96A59-02B0-471F-922B-56235CBFD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xmlns="" id="{323382EA-C0A3-4CD4-81E5-29BF70502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xmlns="" id="{92B8E800-59C8-46AB-AEC4-71B3E104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xmlns="" id="{3D0A22BB-4ADF-4AAD-8681-62E008D0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4212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31297F6-88DA-4D0D-BDEC-380B1243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59263E30-8294-4ECE-84D7-EA10FBCA7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xmlns="" id="{0648881F-F7F5-4E18-9781-4E6B7F2EB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xmlns="" id="{AABCF2A2-E5F8-43CD-B095-391AF41E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xmlns="" id="{720E1A16-CA69-4897-A84B-B0AE639A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xmlns="" id="{97A1DD27-6DE5-4727-87F0-0770D998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8107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29F1F92-B5E0-4A58-B58A-38E8042F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395FA294-A57E-4CA0-808D-782576112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xmlns="" id="{3BD555CF-62FC-43E4-93B5-945692B79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xmlns="" id="{0DC7CB5C-972E-4885-8FAE-184A246E7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xmlns="" id="{DB6D68A9-F214-45CA-9A7C-C78E86E33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xmlns="" id="{4271CC14-4679-4777-A577-7EA55D9B2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xmlns="" id="{9A8D429B-F33D-4085-933C-240FE12AD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xmlns="" id="{B1E16D31-1DF4-438A-9A31-4B1A03F4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628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C3C33A1-6B2B-44B5-9DC4-B1B635F07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xmlns="" id="{6BC3751E-A0D0-487B-949B-44F5B5A2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xmlns="" id="{9446E5DA-C9E1-4B1D-849E-B64E698C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xmlns="" id="{1BA66EE2-8335-4CE3-8CE2-1DB862A4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8189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xmlns="" id="{BBCB841E-5A0C-4422-BC08-BAF39EBC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xmlns="" id="{79EFCE63-E480-4F82-AAE0-6D22076E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xmlns="" id="{455D0744-B3F2-4558-B0D4-664C099E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5009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0CAC9D5-8678-4768-AF2A-3DA19D78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8638F208-E239-4A0A-B832-EA30B6E1B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xmlns="" id="{CB79F8C8-75AF-4EC9-BA0E-A896215BC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xmlns="" id="{229FAC06-50FD-4D06-9CD8-4EAA196E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xmlns="" id="{84EAB4F6-9077-48B1-87FF-D14F5F58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xmlns="" id="{7A858173-29D5-4EDC-8BA6-E0CBA37F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578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A8FAAE0-BD40-443A-BB76-EA801CCE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xmlns="" id="{3E0030B6-F32B-4CC3-83BE-6D75BC092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xmlns="" id="{762902F6-96F6-45E6-B59F-343962398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xmlns="" id="{00D0B366-20BE-4BAF-8266-C3DD2EAA3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xmlns="" id="{06B035D3-1285-4753-A622-315FF4E80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xmlns="" id="{CEF14435-DB39-432F-957C-070B4A14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049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4770A22-FBF3-4DF3-8F56-4BFDADF4F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xmlns="" id="{A74E042D-E466-47DE-A10E-F7FAD3E0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xmlns="" id="{554CC0B6-E83D-476D-8D0A-4047D91E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xmlns="" id="{137A5B24-0747-430A-9D14-80D7C34E7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xmlns="" id="{4E1164CE-E911-491E-A200-B83E49B9E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8588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xmlns="" id="{3DE6088D-44F2-4B5C-A231-0D7ACE496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xmlns="" id="{DF890DE6-F195-4365-90B4-3E426A873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xmlns="" id="{F79946C5-B8CE-4982-8794-B844BDAB5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xmlns="" id="{60D747D5-B083-4E3C-80AB-54D1E3D8C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xmlns="" id="{16DC8746-84C1-4155-8FA5-8A5BBBB18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2210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xmlns="" id="{0713EF5D-B399-43E2-A335-15906875B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884EE543-98E1-4214-B13C-A8FAA2E42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xmlns="" id="{31361512-8415-4E03-A5CD-470C77676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CFD6-C419-4614-B3A1-448902818213}" type="datetimeFigureOut">
              <a:rPr lang="uk-UA" smtClean="0"/>
              <a:t>10.09.2024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xmlns="" id="{27D5C4F8-64E7-4D5C-87B4-B9D52BB2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xmlns="" id="{8830531F-2A21-4B9A-BE49-8EA223FAA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94AF0-EDA5-4BA3-86E0-726B5F151D98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648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a=X&amp;sca_esv=5261f004a4ce4d96&amp;sca_upv=1&amp;rlz=1C1ONGR_deUA1120UA1120&amp;biw=1600&amp;bih=773&amp;q=%D0%A5%D1%82%D0%BE+%D1%94+%D0%B0%D0%B2%D1%82%D0%BE%D1%80%D0%BE%D0%BC+%D0%93%D0%B0%D1%80%D1%80%D1%96+%D0%9F%D0%BE%D1%82%D1%82%D0%B5%D1%80?&amp;udm=2&amp;source=iu&amp;ictx=1&amp;vet=1#vhid=kcdV8zLEqyhc2M&amp;vssid=mosaic" TargetMode="External"/><Relationship Id="rId2" Type="http://schemas.openxmlformats.org/officeDocument/2006/relationships/hyperlink" Target="https://uk.wikipedia.org/wiki/%D0%94%D0%B6%D0%BE%D0%B0%D0%BD_%D0%A0%D0%BE%D1%83%D0%BB%D1%96%D0%BD%D0%B3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ECB7F1A-FAE6-411A-89AE-4DCAFDD7F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42372"/>
          </a:xfrm>
        </p:spPr>
        <p:txBody>
          <a:bodyPr>
            <a:noAutofit/>
          </a:bodyPr>
          <a:lstStyle/>
          <a:p>
            <a: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Моя улюблена книга «Гаррі Поттер і філософський камінь»</a:t>
            </a:r>
            <a:br>
              <a:rPr lang="uk-UA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uk-UA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xmlns="" id="{938C8F57-CCF5-493B-83C8-72062FD13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000" y="2264735"/>
            <a:ext cx="9144000" cy="1655762"/>
          </a:xfrm>
        </p:spPr>
        <p:txBody>
          <a:bodyPr/>
          <a:lstStyle/>
          <a:p>
            <a:r>
              <a:rPr lang="uk-UA" b="1" dirty="0">
                <a:solidFill>
                  <a:srgbClr val="1F1F1F"/>
                </a:solidFill>
                <a:latin typeface="Google Sans"/>
                <a:cs typeface="Arial" panose="020B0604020202020204" pitchFamily="34" charset="0"/>
              </a:rPr>
              <a:t>А</a:t>
            </a:r>
            <a:endParaRPr lang="uk-UA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8879995-6EE7-4940-9184-5C0F2C939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000" y="2224388"/>
            <a:ext cx="4968875" cy="67710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uk-UA" altLang="uk-U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Автором </a:t>
            </a:r>
            <a:r>
              <a:rPr kumimoji="0" lang="uk-UA" altLang="uk-UA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книги </a:t>
            </a:r>
            <a:r>
              <a:rPr kumimoji="0" lang="uk-UA" altLang="uk-UA" sz="2000" b="0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є </a:t>
            </a:r>
            <a:r>
              <a:rPr lang="uk-UA" sz="2000" b="0" i="0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Джоан</a:t>
            </a:r>
            <a:r>
              <a:rPr lang="uk-UA" sz="2000" b="0" i="0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 </a:t>
            </a:r>
            <a:r>
              <a:rPr lang="uk-UA" sz="2000" b="0" i="0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Роулінг</a:t>
            </a:r>
            <a:endParaRPr lang="uk-UA" sz="2000" b="0" i="0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Image of Хто є автором Гаррі Поттер?">
            <a:hlinkClick r:id="rId3"/>
            <a:extLst>
              <a:ext uri="{FF2B5EF4-FFF2-40B4-BE49-F238E27FC236}">
                <a16:creationId xmlns:a16="http://schemas.microsoft.com/office/drawing/2014/main" xmlns="" id="{35E4CDC9-71A3-4CD1-ABA0-2A74F835C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043" y="3550135"/>
            <a:ext cx="1228725" cy="12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Джоан Роулінг — Вікіпедія">
            <a:extLst>
              <a:ext uri="{FF2B5EF4-FFF2-40B4-BE49-F238E27FC236}">
                <a16:creationId xmlns:a16="http://schemas.microsoft.com/office/drawing/2014/main" xmlns="" id="{6CD5C33D-5BCA-45B5-86A1-268F9B798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75" y="2224388"/>
            <a:ext cx="1228725" cy="1325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3A07504-CE87-4F6E-90F2-2C554669FDCF}"/>
              </a:ext>
            </a:extLst>
          </p:cNvPr>
          <p:cNvSpPr txBox="1"/>
          <p:nvPr/>
        </p:nvSpPr>
        <p:spPr>
          <a:xfrm>
            <a:off x="646176" y="3932991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ританська письменниця, філантропка, сценаристка, кіно-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продюсерка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Найпопулярніша англійська дитяча письменниця початку третього тисячоліття, авторка серії романів про Гаррі Поттера, що отримала світове визнання, виграли низку нагород і вийшли накладом понад 500 мільйонів примірників.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761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Презентація до онлайн-уроку &quot;Гаррі Поттер та філософський камінь&quot;">
            <a:extLst>
              <a:ext uri="{FF2B5EF4-FFF2-40B4-BE49-F238E27FC236}">
                <a16:creationId xmlns:a16="http://schemas.microsoft.com/office/drawing/2014/main" xmlns="" id="{8A62DD2E-779F-453C-97B8-BB2D1A813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17" y="373380"/>
            <a:ext cx="4154995" cy="290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645C0C7-C2EA-4F74-999F-9801A28E587C}"/>
              </a:ext>
            </a:extLst>
          </p:cNvPr>
          <p:cNvSpPr txBox="1"/>
          <p:nvPr/>
        </p:nvSpPr>
        <p:spPr>
          <a:xfrm>
            <a:off x="5291328" y="87677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Перше ілюстроване видання магічної класики 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Дж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оан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Роулінґ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містить у собі безліч пречудових кольорових ілюстрацій 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Джима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Кея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кавалера медалі 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Кейт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Ґрінвей</a:t>
            </a:r>
            <a:r>
              <a:rPr lang="uk-UA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Це справжнє феєричне свято і для відданих шанувальників цієї книжки, і для нових її читачів.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Книга «Гаррі Поттер і філософський камінь» – Джоан Роулінг, купити за ціною  360 на YAKABOO: 978-966-7047-39-9">
            <a:extLst>
              <a:ext uri="{FF2B5EF4-FFF2-40B4-BE49-F238E27FC236}">
                <a16:creationId xmlns:a16="http://schemas.microsoft.com/office/drawing/2014/main" xmlns="" id="{BA5B0FA1-74F1-414C-BF62-DE52C4011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936" y="3157728"/>
            <a:ext cx="2377440" cy="306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13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910EF93-648B-494D-90CF-888B1D8D5B1E}"/>
              </a:ext>
            </a:extLst>
          </p:cNvPr>
          <p:cNvSpPr txBox="1"/>
          <p:nvPr/>
        </p:nvSpPr>
        <p:spPr>
          <a:xfrm>
            <a:off x="731520" y="413480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книга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навчила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мільйони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дітей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любити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читати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і я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входжу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число.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історія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надзвичайна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надзвичайного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хлопчика, але головне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історія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 дружбу, про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любов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про те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щоб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перемогти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зло треба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чимось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жертвувати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і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втрачати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а головне тяжко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працювати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59A2BF7-CDE4-4E3D-9C75-EAB35C4DFC1B}"/>
              </a:ext>
            </a:extLst>
          </p:cNvPr>
          <p:cNvSpPr txBox="1"/>
          <p:nvPr/>
        </p:nvSpPr>
        <p:spPr>
          <a:xfrm>
            <a:off x="5266944" y="387659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Книга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змусила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мене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неабияк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похвилюватися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Деякі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моменти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дуже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здивували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але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магія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настільки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річ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мене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незвичайна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читаючи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я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захоплювалася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кожним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розділом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Моя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оцінка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максимальна, і,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безумовно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я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читатиму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книги </a:t>
            </a:r>
            <a:r>
              <a:rPr lang="ru-RU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цього</a:t>
            </a:r>
            <a:r>
              <a:rPr lang="ru-RU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автора.</a:t>
            </a:r>
            <a:endParaRPr lang="uk-UA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6" name="Picture 4" descr="Книга Гаррі Поттер І Філософський Камінь Велике Ілюстроване Видання —  Купити на BIGL.UA ᐉ Зручна Доставка (1872937825)">
            <a:extLst>
              <a:ext uri="{FF2B5EF4-FFF2-40B4-BE49-F238E27FC236}">
                <a16:creationId xmlns:a16="http://schemas.microsoft.com/office/drawing/2014/main" xmlns="" id="{0587AF13-3312-4448-B116-9EFB6FA4E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944" y="651747"/>
            <a:ext cx="2838450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Книга Гаррі Поттер і філософський камінь (з кольоровими ілюстраціями)  978-5-389-10818-9 - купити Книги та комікси про супергероїв mahaon в Києві  і Україні, ціна на Книги та комікси про супергероїв в інтернет магазині">
            <a:extLst>
              <a:ext uri="{FF2B5EF4-FFF2-40B4-BE49-F238E27FC236}">
                <a16:creationId xmlns:a16="http://schemas.microsoft.com/office/drawing/2014/main" xmlns="" id="{36867755-D5FB-4918-BFFB-6DFDBCE4D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4043744"/>
            <a:ext cx="27717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981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ПЧ Ролінґ Дж. «Гаррі Поттер і філософський камінь» | Урок на 10 завдань.  Зарубіжна література">
            <a:extLst>
              <a:ext uri="{FF2B5EF4-FFF2-40B4-BE49-F238E27FC236}">
                <a16:creationId xmlns:a16="http://schemas.microsoft.com/office/drawing/2014/main" xmlns="" id="{F83E1188-FC62-4D40-B8E9-D7999ADCD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944" y="451104"/>
            <a:ext cx="8022336" cy="560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xmlns="" id="{5D066637-041E-4194-90C6-FDD7893F3BD0}"/>
              </a:ext>
            </a:extLst>
          </p:cNvPr>
          <p:cNvSpPr/>
          <p:nvPr/>
        </p:nvSpPr>
        <p:spPr>
          <a:xfrm>
            <a:off x="1621536" y="256032"/>
            <a:ext cx="1011936" cy="804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xmlns="" id="{74205F72-C864-4A58-A90C-8EDAD360DEE5}"/>
              </a:ext>
            </a:extLst>
          </p:cNvPr>
          <p:cNvSpPr/>
          <p:nvPr/>
        </p:nvSpPr>
        <p:spPr>
          <a:xfrm>
            <a:off x="1487424" y="1146048"/>
            <a:ext cx="1487424" cy="16946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xmlns="" id="{CC7DC490-E130-4E92-B275-E10B791381BF}"/>
              </a:ext>
            </a:extLst>
          </p:cNvPr>
          <p:cNvSpPr/>
          <p:nvPr/>
        </p:nvSpPr>
        <p:spPr>
          <a:xfrm>
            <a:off x="1804416" y="2926080"/>
            <a:ext cx="1170432" cy="18775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xmlns="" id="{3DB01276-609B-4A74-8413-C89DFBC9BBE9}"/>
              </a:ext>
            </a:extLst>
          </p:cNvPr>
          <p:cNvSpPr/>
          <p:nvPr/>
        </p:nvSpPr>
        <p:spPr>
          <a:xfrm>
            <a:off x="1804416" y="4998720"/>
            <a:ext cx="1840992" cy="1146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6858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Гаррі Поттер - презентація з зарубіжної літератури">
            <a:extLst>
              <a:ext uri="{FF2B5EF4-FFF2-40B4-BE49-F238E27FC236}">
                <a16:creationId xmlns:a16="http://schemas.microsoft.com/office/drawing/2014/main" xmlns="" id="{371A6E75-A050-4E3E-8E8E-A21979717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65" y="681038"/>
            <a:ext cx="9132060" cy="549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xmlns="" id="{5E9B6417-BA10-47C6-9CE3-5A47EA65504E}"/>
              </a:ext>
            </a:extLst>
          </p:cNvPr>
          <p:cNvSpPr/>
          <p:nvPr/>
        </p:nvSpPr>
        <p:spPr>
          <a:xfrm>
            <a:off x="283335" y="399245"/>
            <a:ext cx="888642" cy="1146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xmlns="" id="{55AABD9E-5063-4E66-914F-1D553FF2DDBA}"/>
              </a:ext>
            </a:extLst>
          </p:cNvPr>
          <p:cNvSpPr/>
          <p:nvPr/>
        </p:nvSpPr>
        <p:spPr>
          <a:xfrm>
            <a:off x="283335" y="1918952"/>
            <a:ext cx="888642" cy="1510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xmlns="" id="{B28F98BB-8961-4644-8D03-8DD6D5FD1A06}"/>
              </a:ext>
            </a:extLst>
          </p:cNvPr>
          <p:cNvSpPr/>
          <p:nvPr/>
        </p:nvSpPr>
        <p:spPr>
          <a:xfrm>
            <a:off x="283335" y="3567448"/>
            <a:ext cx="888642" cy="11590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xmlns="" id="{EFF41415-DB88-4D1B-9731-FA0FF96F1156}"/>
              </a:ext>
            </a:extLst>
          </p:cNvPr>
          <p:cNvSpPr/>
          <p:nvPr/>
        </p:nvSpPr>
        <p:spPr>
          <a:xfrm>
            <a:off x="283335" y="4864994"/>
            <a:ext cx="888642" cy="1625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86133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188</Words>
  <Application>Microsoft Office PowerPoint</Application>
  <PresentationFormat>Произвольный</PresentationFormat>
  <Paragraphs>7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Моя улюблена книга «Гаррі Поттер і філософський камінь»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Моя улюблена книга «Гаррі Поттер і філософський камінь»</dc:title>
  <dc:creator>Катерина Левченко</dc:creator>
  <cp:lastModifiedBy>admin</cp:lastModifiedBy>
  <cp:revision>7</cp:revision>
  <dcterms:created xsi:type="dcterms:W3CDTF">2024-09-06T12:44:56Z</dcterms:created>
  <dcterms:modified xsi:type="dcterms:W3CDTF">2024-09-10T06:25:21Z</dcterms:modified>
</cp:coreProperties>
</file>